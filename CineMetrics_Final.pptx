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21"/>
    <p:restoredTop sz="94610"/>
  </p:normalViewPr>
  <p:slideViewPr>
    <p:cSldViewPr snapToGrid="0" snapToObjects="1">
      <p:cViewPr varScale="1">
        <p:scale>
          <a:sx n="193" d="100"/>
          <a:sy n="193" d="100"/>
        </p:scale>
        <p:origin x="3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691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219456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0" y="329184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4389120" cy="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09728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219456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635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82880" y="73152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CINE</a:t>
            </a:r>
            <a:endParaRPr lang="en-US" sz="9600" dirty="0"/>
          </a:p>
        </p:txBody>
      </p:sp>
      <p:sp>
        <p:nvSpPr>
          <p:cNvPr id="11" name="Text 9"/>
          <p:cNvSpPr/>
          <p:nvPr/>
        </p:nvSpPr>
        <p:spPr>
          <a:xfrm>
            <a:off x="182880" y="219456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METRICS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8288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9144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MOVIE ANALYTICS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663440" y="2651760"/>
            <a:ext cx="42062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28346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 ·  SQLite  ·  TMDB 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PythonAnywhere  ·  7,479 Films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COMP3011  |  University of Leeds  |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-457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FFFFFF">
                    <a:alpha val="1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INTRO-</a:t>
            </a:r>
            <a:endParaRPr lang="en-US" sz="8800" dirty="0"/>
          </a:p>
          <a:p>
            <a:pPr marL="0" indent="0" algn="l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DUCTION</a:t>
            </a:r>
            <a:endParaRPr lang="en-US" sz="8800" dirty="0"/>
          </a:p>
        </p:txBody>
      </p:sp>
      <p:sp>
        <p:nvSpPr>
          <p:cNvPr id="4" name="Shape 2"/>
          <p:cNvSpPr/>
          <p:nvPr/>
        </p:nvSpPr>
        <p:spPr>
          <a:xfrm>
            <a:off x="457200" y="3246120"/>
            <a:ext cx="8229600" cy="4572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34290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OVERVIEW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1993392" cy="33375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84048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MOVIE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SEARCH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84048" y="3246120"/>
            <a:ext cx="14630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84048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via TMDB API. Popular films, detailed metadata, genre &amp; cast info.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0592" y="1554480"/>
            <a:ext cx="1993392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REVIEWS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TAGS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560320" y="3246120"/>
            <a:ext cx="1463040" cy="36576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2560320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for user reviews and tags. Stored in SQLite with API key auth for writes.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26864" y="1554480"/>
            <a:ext cx="1993392" cy="33375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736592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36592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BOX OFFICE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ANALYTICS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736592" y="3246120"/>
            <a:ext cx="146304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4736592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analytics endpoints. Historical data from 7,479 Kaggle films (1986–2016).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03136" y="1554480"/>
            <a:ext cx="1993392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912864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12864" y="205740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912864" y="3246120"/>
            <a:ext cx="1463040" cy="36576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912864" y="3401568"/>
            <a:ext cx="1773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deployed on PythonAnywhere. Swagger UI at /docs, 16 endpoints total.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74320" y="41148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DOCS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274320" y="1261872"/>
            <a:ext cx="859536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1444752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75488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via FastAPI OpenAPI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847088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75488" y="18196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as PDF — in GitHub repository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49424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75488" y="2221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endpoints · 4 modules documented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651760"/>
            <a:ext cx="54864" cy="256032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75488" y="2624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requests &amp; responses included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274320" y="3108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EC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3127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— no key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493008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274320" y="349300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5112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required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877056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274320" y="387705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" y="38953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X-API-Key required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261104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274320" y="42611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" y="4279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645152"/>
            <a:ext cx="777240" cy="31089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274320" y="46451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15568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key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1325880"/>
            <a:ext cx="53492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29" name="Image 0" descr="/home/claude/swagger_screensho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11880" y="1371600"/>
            <a:ext cx="5257800" cy="342900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3566160" y="4663440"/>
            <a:ext cx="5349240" cy="3200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8"/>
          <p:cNvSpPr/>
          <p:nvPr/>
        </p:nvSpPr>
        <p:spPr>
          <a:xfrm>
            <a:off x="3566160" y="4663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yeThatcher.pythonanywhere.com/docs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274320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main.py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+ DB init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450592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auth.py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50592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/ 403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26864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626864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models.py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tables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03136" y="1554480"/>
            <a:ext cx="1920240" cy="12801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803136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schemas.py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03136" y="21031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2880360"/>
            <a:ext cx="0" cy="320040"/>
          </a:xfrm>
          <a:prstGeom prst="line">
            <a:avLst/>
          </a:prstGeom>
          <a:noFill/>
          <a:ln w="254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274320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movies.py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50592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2450592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reviews.py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26864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626864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tags.py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03136" y="3200400"/>
            <a:ext cx="1920240" cy="6858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803136" y="32004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analytics.py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74320" y="4069080"/>
            <a:ext cx="4160520" cy="7772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274320" y="406908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services/tmdb.py  →  TMDB API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09160" y="4069080"/>
            <a:ext cx="4160520" cy="77724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709160" y="406908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 (reviews · tags · kaggle)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VERSION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&amp;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65760" y="3383280"/>
            <a:ext cx="4114800" cy="150876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github.com/Thach2r/movie-api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913632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commits throughout development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· API docs PDF · Technical report PDF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274320"/>
            <a:ext cx="4023360" cy="457200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5029200" y="4572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0F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0A0F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5029200" y="1920240"/>
            <a:ext cx="3566160" cy="36576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5029200" y="205740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PythonAnywhere → WSGI only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25511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→ ASGI framework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30449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a2wsgi → failed (requests hung)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353872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mangum → wrong platform (AWS)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403250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Custom asyncio adapter → success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2743200" cy="333756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274320" y="173736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14000" dirty="0"/>
          </a:p>
        </p:txBody>
      </p:sp>
      <p:sp>
        <p:nvSpPr>
          <p:cNvPr id="7" name="Text 5"/>
          <p:cNvSpPr/>
          <p:nvPr/>
        </p:nvSpPr>
        <p:spPr>
          <a:xfrm>
            <a:off x="274320" y="3931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CASES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5577840" cy="16002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474720" y="16642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B3CC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21031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— Reviews &amp; Tags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enforcement: 401 &amp; 403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response structure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error handling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3291840"/>
            <a:ext cx="2560320" cy="16002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74720" y="34015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3794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TestClient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SQLite DB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14 pass 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291840"/>
            <a:ext cx="2834640" cy="160020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17920" y="34015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ED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382219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constraint 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tmdb_id caused conflicts.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random ID per test.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3C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GENERATIVE</a:t>
            </a:r>
            <a:endParaRPr lang="en-US" sz="6800" dirty="0"/>
          </a:p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USAGE</a:t>
            </a:r>
            <a:endParaRPr lang="en-US" sz="6800" dirty="0"/>
          </a:p>
        </p:txBody>
      </p:sp>
      <p:sp>
        <p:nvSpPr>
          <p:cNvPr id="4" name="Shape 2"/>
          <p:cNvSpPr/>
          <p:nvPr/>
        </p:nvSpPr>
        <p:spPr>
          <a:xfrm>
            <a:off x="365760" y="2651760"/>
            <a:ext cx="8412480" cy="45720"/>
          </a:xfrm>
          <a:prstGeom prst="rect">
            <a:avLst/>
          </a:prstGeom>
          <a:solidFill>
            <a:srgbClr val="F2EDE0"/>
          </a:solidFill>
          <a:ln w="12700">
            <a:solidFill>
              <a:srgbClr val="F2ED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2788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ChatGPT (OpenAI)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6576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 Scaffolding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routers, SQLAlchemy models, Pydantic schemas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460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5146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Debugging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0604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WSGI deployment, UNIQUE constraints, missing packages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 Writing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&amp; editing the technical report + README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3337560"/>
            <a:ext cx="1965960" cy="1554480"/>
          </a:xfrm>
          <a:prstGeom prst="rect">
            <a:avLst/>
          </a:prstGeom>
          <a:solidFill>
            <a:srgbClr val="0A0F2E"/>
          </a:solidFill>
          <a:ln w="12700">
            <a:solidFill>
              <a:srgbClr val="0A0F2E"/>
            </a:solidFill>
            <a:prstDash val="solid"/>
          </a:ln>
          <a:effectLst>
            <a:outerShdw blurRad="127000" dist="508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81228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0372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Critical 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output was reviewed and modified before use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137160" y="365760"/>
            <a:ext cx="2926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DELI-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VERA-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BLES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8288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F2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365760"/>
            <a:ext cx="548640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566160" y="4389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CODE REPOSITORY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66160" y="86868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github.com/Thach2r/movie-api  ·  Public · commit history visible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548640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566160" y="153619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API DOCUMENTATION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66160" y="19659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swagger_ui.pdf in repository root  ·  Swagger UI exported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560320"/>
            <a:ext cx="548640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566160" y="26334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TECHNICAL REPORT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66160" y="30632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technical_report.pdf in repository root  ·  GenAI declaration included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3657600"/>
            <a:ext cx="5486400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566160" y="37307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LIVE DEPLOYMENT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416052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yeThatcher.pythonanywhere.com  ·  /docs available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4663440"/>
            <a:ext cx="5486400" cy="320040"/>
          </a:xfrm>
          <a:prstGeom prst="rect">
            <a:avLst/>
          </a:prstGeom>
          <a:solidFill>
            <a:srgbClr val="1B3CC8"/>
          </a:solidFill>
          <a:ln w="12700">
            <a:solidFill>
              <a:srgbClr val="1B3C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38328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 — ready for Q&amp;A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456</Words>
  <Application>Microsoft Macintosh PowerPoint</Application>
  <PresentationFormat>全屏显示(16:9)</PresentationFormat>
  <Paragraphs>136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CineMetrics</dc:title>
  <dc:subject>PptxGenJS Presentation</dc:subject>
  <dc:creator>PptxGenJS</dc:creator>
  <cp:lastModifiedBy>Yihan Zheng [sc23yz3]</cp:lastModifiedBy>
  <cp:revision>2</cp:revision>
  <dcterms:created xsi:type="dcterms:W3CDTF">2026-03-11T15:57:44Z</dcterms:created>
  <dcterms:modified xsi:type="dcterms:W3CDTF">2026-03-11T16:09:54Z</dcterms:modified>
</cp:coreProperties>
</file>