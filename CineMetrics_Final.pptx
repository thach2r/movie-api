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86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76" y="1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691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219456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0" y="329184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09728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219456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82880" y="73152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CINE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182880" y="219456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828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9144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MOVIE ANALYTICS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663440" y="2651760"/>
            <a:ext cx="42062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28346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 ·  SQLite  ·  TMDB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 ·  7,479 Films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COMP3011  |  University of Leeds  |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-457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FFFFFF">
                    <a:alpha val="1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INTRO-</a:t>
            </a:r>
            <a:endParaRPr lang="en-US" sz="8800" dirty="0"/>
          </a:p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DUCTION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822960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84048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84048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84048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via TMDB API. Popular films, detailed metadata, genre &amp; cast info.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TAGS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60320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560320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for user reviews and tags. Stored in SQLite with API key auth for writes.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26864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6592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BOX OFFICE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736592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736592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analytics endpoints. Historical data from 7,479 Kaggle films (1986–2016).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03136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912864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12864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912864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912864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deployed on PythonAnywhere. Swagger UI at /docs, 16 endpoints total.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74320" y="4114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DOCS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85953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1444752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via FastAPI OpenAPI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847088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75488" y="18196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as PDF — in GitHub repository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9424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75488" y="2221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endpoints · 4 modules documented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51760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75488" y="2624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requests &amp; responses included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EC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127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— no key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" y="3895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" y="4279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5568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key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1325880"/>
            <a:ext cx="53492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0" descr="/home/claude/swagger_screensh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1880" y="1371600"/>
            <a:ext cx="5257800" cy="342900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yeThatcher.pythonanywhere.com/docs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main.py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+ DB init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450592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auth.py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50592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/ 403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26864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626864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models.py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tables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03136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803136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schemas.py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03136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880360"/>
            <a:ext cx="0" cy="320040"/>
          </a:xfrm>
          <a:prstGeom prst="line">
            <a:avLst/>
          </a:prstGeom>
          <a:noFill/>
          <a:ln w="254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movies.py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reviews.py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tags.py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analytics.py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services/tmdb.py  →  TMDB API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MCP Server (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fastapi-mcp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) </a:t>
            </a:r>
            <a:r>
              <a:rPr lang="en-US" altLang="zh-CN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→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22 tools, local</a:t>
            </a:r>
          </a:p>
        </p:txBody>
      </p:sp>
      <p:sp>
        <p:nvSpPr>
          <p:cNvPr id="28" name="Shape 26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 (reviews · tags · kaggle)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VERSION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&amp;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65760" y="3383280"/>
            <a:ext cx="4114800" cy="15087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commits throughout development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API docs PDF · Technical report PDF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274320"/>
            <a:ext cx="4023360" cy="457200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029200" y="4572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029200" y="1920240"/>
            <a:ext cx="35661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029200" y="205740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→ WSGI only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25511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→ ASGI framework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30449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a2wsgi → failed (requests hung)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353872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mangum → wrong platform (AWS)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403250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asyncio adapter → success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2743200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7373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/>
                </a:solidFill>
                <a:latin typeface="Arial Black" pitchFamily="34" charset="0"/>
                <a:cs typeface="Arial Black" pitchFamily="34" charset="-120"/>
              </a:rPr>
              <a:t>36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274320" y="3931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CASES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55778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474720" y="16642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B3CC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21031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— Reviews &amp; Tags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enforcement: 401 &amp; 403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response structure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error handling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3291840"/>
            <a:ext cx="2560320" cy="16002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34015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3794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TestClient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SQLite DB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</a:t>
            </a:r>
            <a:r>
              <a:rPr lang="en-US" altLang="zh-CN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 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291840"/>
            <a:ext cx="28346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7920" y="34015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38221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constraint 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tmdb_id caused conflicts.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random ID per test.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GENERATIVE</a:t>
            </a:r>
            <a:endParaRPr lang="en-US" sz="6800" dirty="0"/>
          </a:p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USAGE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365760" y="2651760"/>
            <a:ext cx="841248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2788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ChatGPT (OpenAI)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 Scaffolding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routers, SQLAlchemy models, Pydantic schemas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460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146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Debugging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deployment, UNIQUE constraints, missing packages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 Writing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&amp; editing the technical report + README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1228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output was reviewed and modified before use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137160" y="365760"/>
            <a:ext cx="2926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VERA-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BLES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8288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36576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566160" y="4389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CODE REPOSITORY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66160" y="8686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  ·  Public · commit history visible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566160" y="15361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API DOCUMENTATION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" altLang="zh-CN" sz="1100" dirty="0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CineMetrics API - Swagger </a:t>
            </a:r>
            <a:r>
              <a:rPr lang="en" altLang="zh-CN" sz="1100" dirty="0" err="1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UI.pdf</a:t>
            </a:r>
            <a:r>
              <a:rPr lang="en-US" sz="1100" dirty="0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 in repository root  ·  Swagger UI exported</a:t>
            </a:r>
          </a:p>
        </p:txBody>
      </p:sp>
      <p:sp>
        <p:nvSpPr>
          <p:cNvPr id="11" name="Shape 9"/>
          <p:cNvSpPr/>
          <p:nvPr/>
        </p:nvSpPr>
        <p:spPr>
          <a:xfrm>
            <a:off x="3383280" y="256032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566160" y="26334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TECHNICAL REPORT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66160" y="3063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technical_report.pdf in repository root  ·  GenAI declaration included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566160" y="37307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LIVE DEPLOYMENT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41605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  ·  /docs available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 — ready for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467</Words>
  <Application>Microsoft Macintosh PowerPoint</Application>
  <PresentationFormat>全屏显示(16:9)</PresentationFormat>
  <Paragraphs>137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CineMetrics</dc:title>
  <dc:subject>PptxGenJS Presentation</dc:subject>
  <dc:creator>PptxGenJS</dc:creator>
  <cp:lastModifiedBy>Yihan Zheng [sc23yz3]</cp:lastModifiedBy>
  <cp:revision>4</cp:revision>
  <dcterms:created xsi:type="dcterms:W3CDTF">2026-03-11T15:57:44Z</dcterms:created>
  <dcterms:modified xsi:type="dcterms:W3CDTF">2026-03-11T18:54:50Z</dcterms:modified>
</cp:coreProperties>
</file>