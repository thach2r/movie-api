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4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3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69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438912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2194560"/>
            <a:ext cx="438912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0" y="3291840"/>
            <a:ext cx="438912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438912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CINE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182880" y="21945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2E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METRICS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8288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9144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ANALYTICS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663440" y="2651760"/>
            <a:ext cx="4206240" cy="36576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 ·  SQLite  ·  TMDB 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  ·  7,479 Films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COMP3011  |  University of Leeds  |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C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457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INTRO-</a:t>
            </a:r>
            <a:endParaRPr lang="en-US" sz="8800" dirty="0"/>
          </a:p>
          <a:p>
            <a:pPr marL="0" indent="0" algn="l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DUCTION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457200" y="3246120"/>
            <a:ext cx="8229600" cy="45720"/>
          </a:xfrm>
          <a:prstGeom prst="rect">
            <a:avLst/>
          </a:prstGeom>
          <a:solidFill>
            <a:srgbClr val="F2EDE0"/>
          </a:solidFill>
          <a:ln w="12700">
            <a:solidFill>
              <a:srgbClr val="F2ED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93392" cy="333756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84048" y="1664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20574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4048" y="3246120"/>
            <a:ext cx="1463040" cy="36576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84048" y="3401568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via TMDB API. Popular films, detailed metadata, genre &amp; cast info.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554480"/>
            <a:ext cx="1993392" cy="333756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560320" y="1664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0574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TAGS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560320" y="3246120"/>
            <a:ext cx="1463040" cy="36576"/>
          </a:xfrm>
          <a:prstGeom prst="rect">
            <a:avLst/>
          </a:prstGeom>
          <a:solidFill>
            <a:srgbClr val="F2EDE0"/>
          </a:solidFill>
          <a:ln w="12700">
            <a:solidFill>
              <a:srgbClr val="F2ED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560320" y="3401568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user reviews and tags. Stored in SQLite with API key auth for writes.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554480"/>
            <a:ext cx="1993392" cy="333756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736592" y="1664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20574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 OFFICE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36592" y="3246120"/>
            <a:ext cx="1463040" cy="36576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736592" y="3401568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analytics endpoints. Historical data from 7,479 Kaggle films (1986–2016).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554480"/>
            <a:ext cx="1993392" cy="333756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912864" y="1664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12864" y="20574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912864" y="3246120"/>
            <a:ext cx="1463040" cy="36576"/>
          </a:xfrm>
          <a:prstGeom prst="rect">
            <a:avLst/>
          </a:prstGeom>
          <a:solidFill>
            <a:srgbClr val="F2EDE0"/>
          </a:solidFill>
          <a:ln w="12700">
            <a:solidFill>
              <a:srgbClr val="F2ED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12864" y="3401568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 on PythonAnywhere. Swagger UI at /docs, 16 endpoints total.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DOCS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54864" cy="256032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via FastAPI OpenAPI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54864" cy="256032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75488" y="18196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PDF — in GitHub repository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9424"/>
            <a:ext cx="54864" cy="256032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75488" y="2221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endpoints · 4 modules documented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54864" cy="256032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" y="2624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requests &amp; responses included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77724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74320" y="31089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C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no key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93008"/>
            <a:ext cx="77724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74320" y="349300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required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77724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74320" y="38770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3895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required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61104"/>
            <a:ext cx="77724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74320" y="426110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45152"/>
            <a:ext cx="77724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74320" y="464515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key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1325880"/>
            <a:ext cx="5349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CC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0" descr="/home/claude/swagger_screen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11880" y="1371600"/>
            <a:ext cx="5257800" cy="34290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3566160" y="4663440"/>
            <a:ext cx="5349240" cy="32004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3566160" y="4663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yeThatcher.pythonanywhere.com/docs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20240" cy="128016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main.py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DB init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554480"/>
            <a:ext cx="1920240" cy="128016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450592" y="1627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50592" y="2103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/ 403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554480"/>
            <a:ext cx="1920240" cy="128016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626864" y="1627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models.py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103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tables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554480"/>
            <a:ext cx="1920240" cy="128016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803136" y="1627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schemas.py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03136" y="2103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880360"/>
            <a:ext cx="0" cy="320040"/>
          </a:xfrm>
          <a:prstGeom prst="line">
            <a:avLst/>
          </a:prstGeom>
          <a:noFill/>
          <a:ln w="25400">
            <a:solidFill>
              <a:srgbClr val="0A0F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1920240" cy="6858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74320" y="3200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movies.py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50592" y="3200400"/>
            <a:ext cx="1920240" cy="6858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450592" y="3200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reviews.py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26864" y="3200400"/>
            <a:ext cx="1920240" cy="6858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626864" y="3200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tags.py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03136" y="3200400"/>
            <a:ext cx="1920240" cy="6858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03136" y="3200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analytics.py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4069080"/>
            <a:ext cx="4160520" cy="77724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274320" y="40690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services/tmdb.py  →  TMDB API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MCP Server (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fastapi-mcp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) </a:t>
            </a:r>
            <a:r>
              <a:rPr lang="en-US" altLang="zh-CN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→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22 tools, local</a:t>
            </a:r>
          </a:p>
        </p:txBody>
      </p:sp>
      <p:sp>
        <p:nvSpPr>
          <p:cNvPr id="28" name="Shape 26"/>
          <p:cNvSpPr/>
          <p:nvPr/>
        </p:nvSpPr>
        <p:spPr>
          <a:xfrm>
            <a:off x="4709160" y="4069080"/>
            <a:ext cx="4160520" cy="77724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709160" y="40690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(reviews · tags · kaggle)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C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&amp;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65760" y="3383280"/>
            <a:ext cx="4114800" cy="150876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github.com/Thach2r/movie-api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136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commits throughout development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API docs PDF · Technical report PDF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274320"/>
            <a:ext cx="4023360" cy="4572000"/>
          </a:xfrm>
          <a:prstGeom prst="rect">
            <a:avLst/>
          </a:prstGeom>
          <a:solidFill>
            <a:srgbClr val="F2EDE0"/>
          </a:solidFill>
          <a:ln w="12700">
            <a:solidFill>
              <a:srgbClr val="F2EDE0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0" y="4572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A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029200" y="1920240"/>
            <a:ext cx="3566160" cy="36576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 → WSGI 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55117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→ ASGI framework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30449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a2wsgi → failed (requests hung)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35387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mangum → wrong platform (AWS)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40325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asyncio adapter → success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333756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FFFF"/>
                </a:solidFill>
                <a:latin typeface="Arial Black" pitchFamily="34" charset="0"/>
                <a:cs typeface="Arial Black" pitchFamily="34" charset="-120"/>
              </a:rPr>
              <a:t>36</a:t>
            </a:r>
            <a:endParaRPr lang="en-US" sz="14000" dirty="0"/>
          </a:p>
        </p:txBody>
      </p:sp>
      <p:sp>
        <p:nvSpPr>
          <p:cNvPr id="7" name="Text 5"/>
          <p:cNvSpPr/>
          <p:nvPr/>
        </p:nvSpPr>
        <p:spPr>
          <a:xfrm>
            <a:off x="27432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2E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CASES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5577840" cy="16002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474720" y="16642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B3C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— Reviews &amp; Tags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enforcement: 401 &amp; 403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response structure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error handling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291840"/>
            <a:ext cx="2560320" cy="160020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3401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794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TestClient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SQLite DB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r>
              <a:rPr lang="en-US" altLang="zh-CN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r>
              <a:rPr lang="en-US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291840"/>
            <a:ext cx="2834640" cy="16002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3401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E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8221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 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tmdb_id caused conflicts.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random ID per test.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C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</a:t>
            </a:r>
            <a:endParaRPr lang="en-US" sz="6800" dirty="0"/>
          </a:p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USAGE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365760" y="2651760"/>
            <a:ext cx="8412480" cy="45720"/>
          </a:xfrm>
          <a:prstGeom prst="rect">
            <a:avLst/>
          </a:prstGeom>
          <a:solidFill>
            <a:srgbClr val="F2EDE0"/>
          </a:solidFill>
          <a:ln w="12700">
            <a:solidFill>
              <a:srgbClr val="F2ED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ChatGPT (OpenAI)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337560"/>
            <a:ext cx="1965960" cy="155448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Scaffolding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routers, SQLAlchemy models, Pydantic schemas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3337560"/>
            <a:ext cx="1965960" cy="155448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514600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4206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 deployment, UNIQUE constraints, missing packages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337560"/>
            <a:ext cx="1965960" cy="155448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 Writing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4206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&amp; editing the technical report + README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3337560"/>
            <a:ext cx="1965960" cy="155448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812280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4206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output was reviewed and modified before use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37160" y="365760"/>
            <a:ext cx="2926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</a:t>
            </a:r>
            <a:endParaRPr lang="en-US" sz="6400" dirty="0"/>
          </a:p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DELI-</a:t>
            </a:r>
            <a:endParaRPr lang="en-US" sz="6400" dirty="0"/>
          </a:p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VERA-</a:t>
            </a:r>
            <a:endParaRPr lang="en-US" sz="6400" dirty="0"/>
          </a:p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BLES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8288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365760"/>
            <a:ext cx="54864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566160" y="4389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CODE REPOSITORY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8686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github.com/Thach2r/movie-api  ·  Public · commit history visible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54864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566160" y="15361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API DOCUMENTATION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9659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swagger_ui.pdf in repository root  ·  Swagger UI exported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560320"/>
            <a:ext cx="54864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566160" y="2633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TECHNICAL REPORT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technical_report.pdf in repository root  ·  GenAI declaration included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3657600"/>
            <a:ext cx="54864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566160" y="37307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LIVE DEPLOYMENT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41605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yeThatcher.pythonanywhere.com  ·  /docs available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4663440"/>
            <a:ext cx="5486400" cy="320040"/>
          </a:xfrm>
          <a:prstGeom prst="rect">
            <a:avLst/>
          </a:prstGeom>
          <a:solidFill>
            <a:srgbClr val="1B3CC8"/>
          </a:solidFill>
          <a:ln w="12700">
            <a:solidFill>
              <a:srgbClr val="1B3C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38328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 — ready for Q&amp;A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465</Words>
  <Application>Microsoft Macintosh PowerPoint</Application>
  <PresentationFormat>全屏显示(16:9)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CineMetrics</dc:title>
  <dc:subject>PptxGenJS Presentation</dc:subject>
  <dc:creator>PptxGenJS</dc:creator>
  <cp:lastModifiedBy>Yihan Zheng [sc23yz3]</cp:lastModifiedBy>
  <cp:revision>3</cp:revision>
  <dcterms:created xsi:type="dcterms:W3CDTF">2026-03-11T15:57:44Z</dcterms:created>
  <dcterms:modified xsi:type="dcterms:W3CDTF">2026-03-11T18:12:18Z</dcterms:modified>
</cp:coreProperties>
</file>